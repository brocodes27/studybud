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reference: https://ai.google.dev/gemini-api/docs/pricing (Gemini 3.1 Flash‑Lite Preview pricing tables).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cost source: https://ai.google.dev/gemini-api/docs/pricing (Gemini 3.1 Flash‑Lite Preview: $0.25 input / $1.50 output per 1M tokens, paid tier). FX rate assumed for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3232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Evidence‑Based Mastery Loop for CBSE + JEE • Turning study tasks into measurable outcomes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10881360" cy="2057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88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Revolutionary insight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Don’t assign tasks.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the loop: Diagnose → Prescribe → Focus Run → Evidence → Adapt.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starts: 3 May • Pricing: ₹199/student/month (bulk: custom)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elevenfolks.com</a:t>
            </a:r>
            <a:endParaRPr lang="en-US" sz="10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study platforms generate tasks — but don’t guarantee mastery.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440680" cy="2057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are blind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get generic to‑dos ("do chapter") without clear success criteria, prerequisites, or proof of learning.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166360" cy="2057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evidence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58568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timer does not equal learning. Without evidence capture, the system can’t adapt and feels non‑personal.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886200"/>
            <a:ext cx="5440680" cy="2057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690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Schools lack visibility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45312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&amp; parents don’t see: what improved, what is stuck, and why — at student + class level.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886200"/>
            <a:ext cx="5166360" cy="2057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069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JEE needs speed + patterns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453128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prep requires timed accuracy + error taxonomy (concept vs algebra vs time) — not just content coverage.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pilot school • 3 in pipeline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Evidence‑Based Mastery Loop (EBML)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engine for CBSE outcomes + JEE performance.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169164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weak?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2011680"/>
            <a:ext cx="169164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Prescribe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best task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169164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Run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Timer + steps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2011680"/>
            <a:ext cx="169164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Attempt + explain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49640" y="2011680"/>
            <a:ext cx="169164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mastery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2560320"/>
            <a:ext cx="13716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26280" y="2560320"/>
            <a:ext cx="13716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46520" y="2560320"/>
            <a:ext cx="13716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366760" y="2560320"/>
            <a:ext cx="13716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" y="3566160"/>
            <a:ext cx="1083564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4904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output is not a plan — it’s a measurable outcome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133088"/>
            <a:ext cx="10378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task comes with (1) objective, (2) steps, (3) success criteria, (4) evidence required, and (5) auto-generated next actions (correction sprint if needed).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differentiator / moat: closed-loop mastery + evidence</a:t>
            </a:r>
            <a:endParaRPr lang="en-US" sz="10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Product: The child experience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→ Focus Run → Evidence → Next step (auto).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56032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299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Preflight (15s)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+ steps + success criteria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9202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05740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0299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Run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24688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Timer + step-by-step progress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1920240"/>
            <a:ext cx="256032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05740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20299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24688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/ upload / 90s explain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1920240"/>
            <a:ext cx="256032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0" y="205740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66960" y="20299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 Sprint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64040" y="24688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tasks based on mistakes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2834640"/>
            <a:ext cx="9144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2834640"/>
            <a:ext cx="9144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98280" y="2834640"/>
            <a:ext cx="9144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4160520"/>
            <a:ext cx="1083564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34340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kids (frictionless) and for outcomes (rigorous)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727448"/>
            <a:ext cx="10378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timer stays — but it’s paired with progress, "I’m stuck" interventions, pause reasons, and evidence capture that updates mastery automatically.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what makes tasks feel defined, not blind.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assessment + accountability are converging.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440680" cy="1965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costs dropped dramatically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High‑volume tutoring and evaluation is now economically viable for mass-market education.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166360" cy="1965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Parents demand outcomes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58568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comes from evidence: scores, speed, streaks, and clear feedback loops.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5440680" cy="2148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77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Schools want measurable interventions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36168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content libraries — systems that reduce teacher load and improve student mastery signals.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794760"/>
            <a:ext cx="5166360" cy="2148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977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built the loop, not the chatbot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361688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EBML is workflow-first: diagnose → run → evidence → adapt.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That’s the compounding advantage.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63093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API reference pricing (Flash‑Lite): $0.25 input / $1.50 output per 1M tokens (paid tier).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ai.google.dev (pricing)</a:t>
            </a:r>
            <a:endParaRPr lang="en-US" sz="10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pricing + scalable AI COGS.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(B2C via school)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student / 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pricing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7249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contracts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83880" y="16459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28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May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0" y="2514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start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27249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6400800" cy="2606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29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 (AI cost estimate)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813048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Assumption: 20k input + 20k output tokens per student/month.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3.1 Flash‑Lite pricing: $0.25 / 1M input + $1.50 / 1M output.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AI cost ≈ $0.035 / student / month ≈ ₹3 (at $1 ≈ ₹83).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AI COGS budget: &lt; ₹10/student/month (room for growth in usage).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60920" y="3246120"/>
            <a:ext cx="4160520" cy="2606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4290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charge for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3813048"/>
            <a:ext cx="3703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Mastery loop +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Teacher/parent visibility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Correction sprints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CBSE + JEE modes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Pricing: ₹199/student/month • Bulk: custom</a:t>
            </a:r>
            <a:endParaRPr lang="en-US" sz="10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pilots with a clear experiment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schools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16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live/confirmed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816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engagement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83880" y="17373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2816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 + learning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337560"/>
            <a:ext cx="10835640" cy="2606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2044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will measure in the May pilot (proof that the loop works)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04488"/>
            <a:ext cx="10378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Engagement: weekly active %, completion rate in Focus Runs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Mastery: accuracy delta on tagged skills (CBSE chapter outcomes / JEE patterns)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Speed: time-to-solve improvements for timed sets (JEE mode)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Teacher signal: class-level weak-skill heatmap + remediation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starts 3 May • 1 school confirmed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Go‑to‑market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B2B2C via schools, with a JEE performance wedge.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440680" cy="2148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motion (CBSE)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1) Pilot (May): 1 school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2) Expand: 3 schools in pipeline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3) Standardize: teacher dashboards + outcome reporting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4) Rollout: grade-wise adoption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166360" cy="2148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motion (JEE)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58568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High-frequency practice + timed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Error taxonomy → correction sprints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Coaching template partnerships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Referral flywheel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10835640" cy="1965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advantage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44568"/>
            <a:ext cx="10378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embedded in a school, the mastery loop becomes a shared operating system: classroom → homework → tests → remediation — with measurable outcomes.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B2B2C + performance-first product loop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(next 90 days)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the loop, validate outcomes, scale pilots.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1033272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283464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launch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1272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EBML + Focus Run + evidence capture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201168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2651760"/>
            <a:ext cx="283464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pilots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31272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more schools engaged + reporting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201168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2651760"/>
            <a:ext cx="283464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Mastery graph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31272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map + correction sprint automation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66960" y="201168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2651760"/>
            <a:ext cx="283464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 package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66960" y="31272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studies + repeatable rollout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outcomes + repeatable deployment</a:t>
            </a:r>
            <a:endParaRPr lang="en-US" sz="10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 prove the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3232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looking for partners and early believers.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544068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want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4983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Introductions to 5–10 schools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Pilot partners for CBSE + JEE cohorts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Strategic angels who understand education ops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468880"/>
            <a:ext cx="516636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6517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get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035808"/>
            <a:ext cx="4709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Live outcome reporting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Case study + early pricing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Direct influence on the product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5257800"/>
            <a:ext cx="10835640" cy="11430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532120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elevenfolks.com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6565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ElevenFolks •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6565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2026-04-28T16:41:59Z</dcterms:created>
  <dcterms:modified xsi:type="dcterms:W3CDTF">2026-04-28T16:41:59Z</dcterms:modified>
</cp:coreProperties>
</file>